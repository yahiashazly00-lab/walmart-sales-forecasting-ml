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7559675" cy="106918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F6FF"/>
    <a:srgbClr val="DDECF7"/>
    <a:srgbClr val="2F417D"/>
    <a:srgbClr val="1F7496"/>
    <a:srgbClr val="F9F9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25" d="100"/>
          <a:sy n="25" d="100"/>
        </p:scale>
        <p:origin x="3259" y="8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66976" y="1749795"/>
            <a:ext cx="6425724" cy="3722335"/>
          </a:xfrm>
        </p:spPr>
        <p:txBody>
          <a:bodyPr anchor="b"/>
          <a:lstStyle>
            <a:lvl1pPr algn="ctr">
              <a:defRPr sz="4960"/>
            </a:lvl1pPr>
          </a:lstStyle>
          <a:p>
            <a:r>
              <a:rPr lang="en-US"/>
              <a:t>Click to edit Master title style</a:t>
            </a:r>
            <a:endParaRPr lang="en-US" dirty="0"/>
          </a:p>
        </p:txBody>
      </p:sp>
      <p:sp>
        <p:nvSpPr>
          <p:cNvPr id="3" name="Subtitle 2"/>
          <p:cNvSpPr>
            <a:spLocks noGrp="1"/>
          </p:cNvSpPr>
          <p:nvPr>
            <p:ph type="subTitle" idx="1"/>
          </p:nvPr>
        </p:nvSpPr>
        <p:spPr>
          <a:xfrm>
            <a:off x="944960" y="5615678"/>
            <a:ext cx="5669756" cy="2581379"/>
          </a:xfrm>
        </p:spPr>
        <p:txBody>
          <a:bodyPr/>
          <a:lstStyle>
            <a:lvl1pPr marL="0" indent="0" algn="ctr">
              <a:buNone/>
              <a:defRPr sz="1984"/>
            </a:lvl1pPr>
            <a:lvl2pPr marL="377967" indent="0" algn="ctr">
              <a:buNone/>
              <a:defRPr sz="1653"/>
            </a:lvl2pPr>
            <a:lvl3pPr marL="755934" indent="0" algn="ctr">
              <a:buNone/>
              <a:defRPr sz="1488"/>
            </a:lvl3pPr>
            <a:lvl4pPr marL="1133902" indent="0" algn="ctr">
              <a:buNone/>
              <a:defRPr sz="1323"/>
            </a:lvl4pPr>
            <a:lvl5pPr marL="1511869" indent="0" algn="ctr">
              <a:buNone/>
              <a:defRPr sz="1323"/>
            </a:lvl5pPr>
            <a:lvl6pPr marL="1889836" indent="0" algn="ctr">
              <a:buNone/>
              <a:defRPr sz="1323"/>
            </a:lvl6pPr>
            <a:lvl7pPr marL="2267803" indent="0" algn="ctr">
              <a:buNone/>
              <a:defRPr sz="1323"/>
            </a:lvl7pPr>
            <a:lvl8pPr marL="2645771" indent="0" algn="ctr">
              <a:buNone/>
              <a:defRPr sz="1323"/>
            </a:lvl8pPr>
            <a:lvl9pPr marL="3023738" indent="0" algn="ctr">
              <a:buNone/>
              <a:defRPr sz="132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0836A28-E57F-4E6F-8E29-39E78B8DAB3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7D3B89-DDD1-412A-9A0D-474415527B17}" type="slidenum">
              <a:rPr lang="en-US" smtClean="0"/>
              <a:t>‹#›</a:t>
            </a:fld>
            <a:endParaRPr lang="en-US"/>
          </a:p>
        </p:txBody>
      </p:sp>
    </p:spTree>
    <p:extLst>
      <p:ext uri="{BB962C8B-B14F-4D97-AF65-F5344CB8AC3E}">
        <p14:creationId xmlns:p14="http://schemas.microsoft.com/office/powerpoint/2010/main" val="962655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0836A28-E57F-4E6F-8E29-39E78B8DAB3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7D3B89-DDD1-412A-9A0D-474415527B17}" type="slidenum">
              <a:rPr lang="en-US" smtClean="0"/>
              <a:t>‹#›</a:t>
            </a:fld>
            <a:endParaRPr lang="en-US"/>
          </a:p>
        </p:txBody>
      </p:sp>
    </p:spTree>
    <p:extLst>
      <p:ext uri="{BB962C8B-B14F-4D97-AF65-F5344CB8AC3E}">
        <p14:creationId xmlns:p14="http://schemas.microsoft.com/office/powerpoint/2010/main" val="2091949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5791" y="2665532"/>
            <a:ext cx="6520220" cy="4447496"/>
          </a:xfrm>
        </p:spPr>
        <p:txBody>
          <a:bodyPr anchor="b"/>
          <a:lstStyle>
            <a:lvl1pPr>
              <a:defRPr sz="4960"/>
            </a:lvl1pPr>
          </a:lstStyle>
          <a:p>
            <a:r>
              <a:rPr lang="en-US"/>
              <a:t>Click to edit Master title style</a:t>
            </a:r>
            <a:endParaRPr lang="en-US" dirty="0"/>
          </a:p>
        </p:txBody>
      </p:sp>
      <p:sp>
        <p:nvSpPr>
          <p:cNvPr id="3" name="Text Placeholder 2"/>
          <p:cNvSpPr>
            <a:spLocks noGrp="1"/>
          </p:cNvSpPr>
          <p:nvPr>
            <p:ph type="body" idx="1"/>
          </p:nvPr>
        </p:nvSpPr>
        <p:spPr>
          <a:xfrm>
            <a:off x="515791" y="7155103"/>
            <a:ext cx="6520220" cy="2338833"/>
          </a:xfrm>
        </p:spPr>
        <p:txBody>
          <a:bodyPr/>
          <a:lstStyle>
            <a:lvl1pPr marL="0" indent="0">
              <a:buNone/>
              <a:defRPr sz="1984">
                <a:solidFill>
                  <a:schemeClr val="tx1">
                    <a:tint val="82000"/>
                  </a:schemeClr>
                </a:solidFill>
              </a:defRPr>
            </a:lvl1pPr>
            <a:lvl2pPr marL="377967" indent="0">
              <a:buNone/>
              <a:defRPr sz="1653">
                <a:solidFill>
                  <a:schemeClr val="tx1">
                    <a:tint val="82000"/>
                  </a:schemeClr>
                </a:solidFill>
              </a:defRPr>
            </a:lvl2pPr>
            <a:lvl3pPr marL="755934" indent="0">
              <a:buNone/>
              <a:defRPr sz="1488">
                <a:solidFill>
                  <a:schemeClr val="tx1">
                    <a:tint val="82000"/>
                  </a:schemeClr>
                </a:solidFill>
              </a:defRPr>
            </a:lvl3pPr>
            <a:lvl4pPr marL="1133902" indent="0">
              <a:buNone/>
              <a:defRPr sz="1323">
                <a:solidFill>
                  <a:schemeClr val="tx1">
                    <a:tint val="82000"/>
                  </a:schemeClr>
                </a:solidFill>
              </a:defRPr>
            </a:lvl4pPr>
            <a:lvl5pPr marL="1511869" indent="0">
              <a:buNone/>
              <a:defRPr sz="1323">
                <a:solidFill>
                  <a:schemeClr val="tx1">
                    <a:tint val="82000"/>
                  </a:schemeClr>
                </a:solidFill>
              </a:defRPr>
            </a:lvl5pPr>
            <a:lvl6pPr marL="1889836" indent="0">
              <a:buNone/>
              <a:defRPr sz="1323">
                <a:solidFill>
                  <a:schemeClr val="tx1">
                    <a:tint val="82000"/>
                  </a:schemeClr>
                </a:solidFill>
              </a:defRPr>
            </a:lvl6pPr>
            <a:lvl7pPr marL="2267803" indent="0">
              <a:buNone/>
              <a:defRPr sz="1323">
                <a:solidFill>
                  <a:schemeClr val="tx1">
                    <a:tint val="82000"/>
                  </a:schemeClr>
                </a:solidFill>
              </a:defRPr>
            </a:lvl7pPr>
            <a:lvl8pPr marL="2645771" indent="0">
              <a:buNone/>
              <a:defRPr sz="1323">
                <a:solidFill>
                  <a:schemeClr val="tx1">
                    <a:tint val="82000"/>
                  </a:schemeClr>
                </a:solidFill>
              </a:defRPr>
            </a:lvl8pPr>
            <a:lvl9pPr marL="3023738" indent="0">
              <a:buNone/>
              <a:defRPr sz="1323">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0836A28-E57F-4E6F-8E29-39E78B8DAB3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7D3B89-DDD1-412A-9A0D-474415527B17}" type="slidenum">
              <a:rPr lang="en-US" smtClean="0"/>
              <a:t>‹#›</a:t>
            </a:fld>
            <a:endParaRPr lang="en-US"/>
          </a:p>
        </p:txBody>
      </p:sp>
    </p:spTree>
    <p:extLst>
      <p:ext uri="{BB962C8B-B14F-4D97-AF65-F5344CB8AC3E}">
        <p14:creationId xmlns:p14="http://schemas.microsoft.com/office/powerpoint/2010/main" val="1134099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9728" y="2846200"/>
            <a:ext cx="3212862"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27085" y="2846200"/>
            <a:ext cx="3212862"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0836A28-E57F-4E6F-8E29-39E78B8DAB34}"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7D3B89-DDD1-412A-9A0D-474415527B17}" type="slidenum">
              <a:rPr lang="en-US" smtClean="0"/>
              <a:t>‹#›</a:t>
            </a:fld>
            <a:endParaRPr lang="en-US"/>
          </a:p>
        </p:txBody>
      </p:sp>
    </p:spTree>
    <p:extLst>
      <p:ext uri="{BB962C8B-B14F-4D97-AF65-F5344CB8AC3E}">
        <p14:creationId xmlns:p14="http://schemas.microsoft.com/office/powerpoint/2010/main" val="19060939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20712" y="569242"/>
            <a:ext cx="6520220" cy="2066590"/>
          </a:xfrm>
        </p:spPr>
        <p:txBody>
          <a:bodyPr/>
          <a:lstStyle/>
          <a:p>
            <a:r>
              <a:rPr lang="en-US"/>
              <a:t>Click to edit Master title style</a:t>
            </a:r>
            <a:endParaRPr lang="en-US" dirty="0"/>
          </a:p>
        </p:txBody>
      </p:sp>
      <p:sp>
        <p:nvSpPr>
          <p:cNvPr id="3" name="Text Placeholder 2"/>
          <p:cNvSpPr>
            <a:spLocks noGrp="1"/>
          </p:cNvSpPr>
          <p:nvPr>
            <p:ph type="body" idx="1"/>
          </p:nvPr>
        </p:nvSpPr>
        <p:spPr>
          <a:xfrm>
            <a:off x="520713" y="2620980"/>
            <a:ext cx="3198096"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US"/>
              <a:t>Click to edit Master text styles</a:t>
            </a:r>
          </a:p>
        </p:txBody>
      </p:sp>
      <p:sp>
        <p:nvSpPr>
          <p:cNvPr id="4" name="Content Placeholder 3"/>
          <p:cNvSpPr>
            <a:spLocks noGrp="1"/>
          </p:cNvSpPr>
          <p:nvPr>
            <p:ph sz="half" idx="2"/>
          </p:nvPr>
        </p:nvSpPr>
        <p:spPr>
          <a:xfrm>
            <a:off x="520713" y="3905482"/>
            <a:ext cx="3198096"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27086" y="2620980"/>
            <a:ext cx="3213847"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US"/>
              <a:t>Click to edit Master text styles</a:t>
            </a:r>
          </a:p>
        </p:txBody>
      </p:sp>
      <p:sp>
        <p:nvSpPr>
          <p:cNvPr id="6" name="Content Placeholder 5"/>
          <p:cNvSpPr>
            <a:spLocks noGrp="1"/>
          </p:cNvSpPr>
          <p:nvPr>
            <p:ph sz="quarter" idx="4"/>
          </p:nvPr>
        </p:nvSpPr>
        <p:spPr>
          <a:xfrm>
            <a:off x="3827086" y="3905482"/>
            <a:ext cx="3213847"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0836A28-E57F-4E6F-8E29-39E78B8DAB34}" type="datetimeFigureOut">
              <a:rPr lang="en-US" smtClean="0"/>
              <a:t>5/20/2026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57D3B89-DDD1-412A-9A0D-474415527B17}" type="slidenum">
              <a:rPr lang="en-US" smtClean="0"/>
              <a:t>‹#›</a:t>
            </a:fld>
            <a:endParaRPr lang="en-US"/>
          </a:p>
        </p:txBody>
      </p:sp>
    </p:spTree>
    <p:extLst>
      <p:ext uri="{BB962C8B-B14F-4D97-AF65-F5344CB8AC3E}">
        <p14:creationId xmlns:p14="http://schemas.microsoft.com/office/powerpoint/2010/main" val="36936043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0836A28-E57F-4E6F-8E29-39E78B8DAB34}" type="datetimeFigureOut">
              <a:rPr lang="en-US" smtClean="0"/>
              <a:t>5/20/2026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57D3B89-DDD1-412A-9A0D-474415527B17}" type="slidenum">
              <a:rPr lang="en-US" smtClean="0"/>
              <a:t>‹#›</a:t>
            </a:fld>
            <a:endParaRPr lang="en-US"/>
          </a:p>
        </p:txBody>
      </p:sp>
    </p:spTree>
    <p:extLst>
      <p:ext uri="{BB962C8B-B14F-4D97-AF65-F5344CB8AC3E}">
        <p14:creationId xmlns:p14="http://schemas.microsoft.com/office/powerpoint/2010/main" val="37642415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836A28-E57F-4E6F-8E29-39E78B8DAB34}" type="datetimeFigureOut">
              <a:rPr lang="en-US" smtClean="0"/>
              <a:t>5/20/2026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57D3B89-DDD1-412A-9A0D-474415527B17}" type="slidenum">
              <a:rPr lang="en-US" smtClean="0"/>
              <a:t>‹#›</a:t>
            </a:fld>
            <a:endParaRPr lang="en-US"/>
          </a:p>
        </p:txBody>
      </p:sp>
    </p:spTree>
    <p:extLst>
      <p:ext uri="{BB962C8B-B14F-4D97-AF65-F5344CB8AC3E}">
        <p14:creationId xmlns:p14="http://schemas.microsoft.com/office/powerpoint/2010/main" val="301114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US"/>
              <a:t>Click to edit Master title style</a:t>
            </a:r>
            <a:endParaRPr lang="en-US" dirty="0"/>
          </a:p>
        </p:txBody>
      </p:sp>
      <p:sp>
        <p:nvSpPr>
          <p:cNvPr id="3" name="Content Placeholder 2"/>
          <p:cNvSpPr>
            <a:spLocks noGrp="1"/>
          </p:cNvSpPr>
          <p:nvPr>
            <p:ph idx="1"/>
          </p:nvPr>
        </p:nvSpPr>
        <p:spPr>
          <a:xfrm>
            <a:off x="3213847" y="1539425"/>
            <a:ext cx="3827085" cy="7598117"/>
          </a:xfrm>
        </p:spPr>
        <p:txBody>
          <a:bodyPr/>
          <a:lstStyle>
            <a:lvl1pPr>
              <a:defRPr sz="2645"/>
            </a:lvl1pPr>
            <a:lvl2pPr>
              <a:defRPr sz="2315"/>
            </a:lvl2pPr>
            <a:lvl3pPr>
              <a:defRPr sz="1984"/>
            </a:lvl3pPr>
            <a:lvl4pPr>
              <a:defRPr sz="1653"/>
            </a:lvl4pPr>
            <a:lvl5pPr>
              <a:defRPr sz="1653"/>
            </a:lvl5pPr>
            <a:lvl6pPr>
              <a:defRPr sz="1653"/>
            </a:lvl6pPr>
            <a:lvl7pPr>
              <a:defRPr sz="1653"/>
            </a:lvl7pPr>
            <a:lvl8pPr>
              <a:defRPr sz="1653"/>
            </a:lvl8pPr>
            <a:lvl9pPr>
              <a:defRPr sz="165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US"/>
              <a:t>Click to edit Master text styles</a:t>
            </a:r>
          </a:p>
        </p:txBody>
      </p:sp>
      <p:sp>
        <p:nvSpPr>
          <p:cNvPr id="5" name="Date Placeholder 4"/>
          <p:cNvSpPr>
            <a:spLocks noGrp="1"/>
          </p:cNvSpPr>
          <p:nvPr>
            <p:ph type="dt" sz="half" idx="10"/>
          </p:nvPr>
        </p:nvSpPr>
        <p:spPr/>
        <p:txBody>
          <a:bodyPr/>
          <a:lstStyle/>
          <a:p>
            <a:fld id="{50836A28-E57F-4E6F-8E29-39E78B8DAB34}"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7D3B89-DDD1-412A-9A0D-474415527B17}" type="slidenum">
              <a:rPr lang="en-US" smtClean="0"/>
              <a:t>‹#›</a:t>
            </a:fld>
            <a:endParaRPr lang="en-US"/>
          </a:p>
        </p:txBody>
      </p:sp>
    </p:spTree>
    <p:extLst>
      <p:ext uri="{BB962C8B-B14F-4D97-AF65-F5344CB8AC3E}">
        <p14:creationId xmlns:p14="http://schemas.microsoft.com/office/powerpoint/2010/main" val="830753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US"/>
              <a:t>Click to edit Master title style</a:t>
            </a:r>
            <a:endParaRPr lang="en-US" dirty="0"/>
          </a:p>
        </p:txBody>
      </p:sp>
      <p:sp>
        <p:nvSpPr>
          <p:cNvPr id="3" name="Picture Placeholder 2"/>
          <p:cNvSpPr>
            <a:spLocks noGrp="1" noChangeAspect="1"/>
          </p:cNvSpPr>
          <p:nvPr>
            <p:ph type="pic" idx="1"/>
          </p:nvPr>
        </p:nvSpPr>
        <p:spPr>
          <a:xfrm>
            <a:off x="3213847" y="1539425"/>
            <a:ext cx="3827085" cy="7598117"/>
          </a:xfrm>
        </p:spPr>
        <p:txBody>
          <a:bodyPr anchor="t"/>
          <a:lstStyle>
            <a:lvl1pPr marL="0" indent="0">
              <a:buNone/>
              <a:defRPr sz="2645"/>
            </a:lvl1pPr>
            <a:lvl2pPr marL="377967" indent="0">
              <a:buNone/>
              <a:defRPr sz="2315"/>
            </a:lvl2pPr>
            <a:lvl3pPr marL="755934" indent="0">
              <a:buNone/>
              <a:defRPr sz="1984"/>
            </a:lvl3pPr>
            <a:lvl4pPr marL="1133902" indent="0">
              <a:buNone/>
              <a:defRPr sz="1653"/>
            </a:lvl4pPr>
            <a:lvl5pPr marL="1511869" indent="0">
              <a:buNone/>
              <a:defRPr sz="1653"/>
            </a:lvl5pPr>
            <a:lvl6pPr marL="1889836" indent="0">
              <a:buNone/>
              <a:defRPr sz="1653"/>
            </a:lvl6pPr>
            <a:lvl7pPr marL="2267803" indent="0">
              <a:buNone/>
              <a:defRPr sz="1653"/>
            </a:lvl7pPr>
            <a:lvl8pPr marL="2645771" indent="0">
              <a:buNone/>
              <a:defRPr sz="1653"/>
            </a:lvl8pPr>
            <a:lvl9pPr marL="3023738" indent="0">
              <a:buNone/>
              <a:defRPr sz="1653"/>
            </a:lvl9pPr>
          </a:lstStyle>
          <a:p>
            <a:r>
              <a:rPr lang="en-US"/>
              <a:t>Click icon to add picture</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US"/>
              <a:t>Click to edit Master text styles</a:t>
            </a:r>
          </a:p>
        </p:txBody>
      </p:sp>
      <p:sp>
        <p:nvSpPr>
          <p:cNvPr id="5" name="Date Placeholder 4"/>
          <p:cNvSpPr>
            <a:spLocks noGrp="1"/>
          </p:cNvSpPr>
          <p:nvPr>
            <p:ph type="dt" sz="half" idx="10"/>
          </p:nvPr>
        </p:nvSpPr>
        <p:spPr/>
        <p:txBody>
          <a:bodyPr/>
          <a:lstStyle/>
          <a:p>
            <a:fld id="{50836A28-E57F-4E6F-8E29-39E78B8DAB34}"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7D3B89-DDD1-412A-9A0D-474415527B17}" type="slidenum">
              <a:rPr lang="en-US" smtClean="0"/>
              <a:t>‹#›</a:t>
            </a:fld>
            <a:endParaRPr lang="en-US"/>
          </a:p>
        </p:txBody>
      </p:sp>
    </p:spTree>
    <p:extLst>
      <p:ext uri="{BB962C8B-B14F-4D97-AF65-F5344CB8AC3E}">
        <p14:creationId xmlns:p14="http://schemas.microsoft.com/office/powerpoint/2010/main" val="25521802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0836A28-E57F-4E6F-8E29-39E78B8DAB3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7D3B89-DDD1-412A-9A0D-474415527B17}" type="slidenum">
              <a:rPr lang="en-US" smtClean="0"/>
              <a:t>‹#›</a:t>
            </a:fld>
            <a:endParaRPr lang="en-US"/>
          </a:p>
        </p:txBody>
      </p:sp>
    </p:spTree>
    <p:extLst>
      <p:ext uri="{BB962C8B-B14F-4D97-AF65-F5344CB8AC3E}">
        <p14:creationId xmlns:p14="http://schemas.microsoft.com/office/powerpoint/2010/main" val="7702657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09893" y="569240"/>
            <a:ext cx="1630055" cy="90608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9728" y="569240"/>
            <a:ext cx="4795669" cy="9060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0836A28-E57F-4E6F-8E29-39E78B8DAB3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7D3B89-DDD1-412A-9A0D-474415527B17}" type="slidenum">
              <a:rPr lang="en-US" smtClean="0"/>
              <a:t>‹#›</a:t>
            </a:fld>
            <a:endParaRPr lang="en-US"/>
          </a:p>
        </p:txBody>
      </p:sp>
    </p:spTree>
    <p:extLst>
      <p:ext uri="{BB962C8B-B14F-4D97-AF65-F5344CB8AC3E}">
        <p14:creationId xmlns:p14="http://schemas.microsoft.com/office/powerpoint/2010/main" val="34610048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728" y="569242"/>
            <a:ext cx="6520220" cy="206659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9728" y="2846200"/>
            <a:ext cx="6520220" cy="678385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9728" y="9909729"/>
            <a:ext cx="1700927" cy="569240"/>
          </a:xfrm>
          <a:prstGeom prst="rect">
            <a:avLst/>
          </a:prstGeom>
        </p:spPr>
        <p:txBody>
          <a:bodyPr vert="horz" lIns="91440" tIns="45720" rIns="91440" bIns="45720" rtlCol="0" anchor="ctr"/>
          <a:lstStyle>
            <a:lvl1pPr algn="l">
              <a:defRPr sz="992">
                <a:solidFill>
                  <a:schemeClr val="tx1">
                    <a:tint val="82000"/>
                  </a:schemeClr>
                </a:solidFill>
              </a:defRPr>
            </a:lvl1pPr>
          </a:lstStyle>
          <a:p>
            <a:fld id="{50836A28-E57F-4E6F-8E29-39E78B8DAB34}" type="datetimeFigureOut">
              <a:rPr lang="en-US" smtClean="0"/>
              <a:t>5/20/2026</a:t>
            </a:fld>
            <a:endParaRPr lang="en-US"/>
          </a:p>
        </p:txBody>
      </p:sp>
      <p:sp>
        <p:nvSpPr>
          <p:cNvPr id="5" name="Footer Placeholder 4"/>
          <p:cNvSpPr>
            <a:spLocks noGrp="1"/>
          </p:cNvSpPr>
          <p:nvPr>
            <p:ph type="ftr" sz="quarter" idx="3"/>
          </p:nvPr>
        </p:nvSpPr>
        <p:spPr>
          <a:xfrm>
            <a:off x="2504143" y="9909729"/>
            <a:ext cx="2551390" cy="569240"/>
          </a:xfrm>
          <a:prstGeom prst="rect">
            <a:avLst/>
          </a:prstGeom>
        </p:spPr>
        <p:txBody>
          <a:bodyPr vert="horz" lIns="91440" tIns="45720" rIns="91440" bIns="45720" rtlCol="0" anchor="ctr"/>
          <a:lstStyle>
            <a:lvl1pPr algn="ctr">
              <a:defRPr sz="992">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5339020" y="9909729"/>
            <a:ext cx="1700927" cy="569240"/>
          </a:xfrm>
          <a:prstGeom prst="rect">
            <a:avLst/>
          </a:prstGeom>
        </p:spPr>
        <p:txBody>
          <a:bodyPr vert="horz" lIns="91440" tIns="45720" rIns="91440" bIns="45720" rtlCol="0" anchor="ctr"/>
          <a:lstStyle>
            <a:lvl1pPr algn="r">
              <a:defRPr sz="992">
                <a:solidFill>
                  <a:schemeClr val="tx1">
                    <a:tint val="82000"/>
                  </a:schemeClr>
                </a:solidFill>
              </a:defRPr>
            </a:lvl1pPr>
          </a:lstStyle>
          <a:p>
            <a:fld id="{E57D3B89-DDD1-412A-9A0D-474415527B17}" type="slidenum">
              <a:rPr lang="en-US" smtClean="0"/>
              <a:t>‹#›</a:t>
            </a:fld>
            <a:endParaRPr lang="en-US"/>
          </a:p>
        </p:txBody>
      </p:sp>
    </p:spTree>
    <p:extLst>
      <p:ext uri="{BB962C8B-B14F-4D97-AF65-F5344CB8AC3E}">
        <p14:creationId xmlns:p14="http://schemas.microsoft.com/office/powerpoint/2010/main" val="16249054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755934" rtl="0" eaLnBrk="1" latinLnBrk="0" hangingPunct="1">
        <a:lnSpc>
          <a:spcPct val="90000"/>
        </a:lnSpc>
        <a:spcBef>
          <a:spcPct val="0"/>
        </a:spcBef>
        <a:buNone/>
        <a:defRPr sz="3637" kern="1200">
          <a:solidFill>
            <a:schemeClr val="tx1"/>
          </a:solidFill>
          <a:latin typeface="+mj-lt"/>
          <a:ea typeface="+mj-ea"/>
          <a:cs typeface="+mj-cs"/>
        </a:defRPr>
      </a:lvl1pPr>
    </p:titleStyle>
    <p:bodyStyle>
      <a:lvl1pPr marL="188984" indent="-188984" algn="l" defTabSz="755934" rtl="0" eaLnBrk="1" latinLnBrk="0" hangingPunct="1">
        <a:lnSpc>
          <a:spcPct val="90000"/>
        </a:lnSpc>
        <a:spcBef>
          <a:spcPts val="827"/>
        </a:spcBef>
        <a:buFont typeface="Arial" panose="020B0604020202020204" pitchFamily="34" charset="0"/>
        <a:buChar char="•"/>
        <a:defRPr sz="2315" kern="1200">
          <a:solidFill>
            <a:schemeClr val="tx1"/>
          </a:solidFill>
          <a:latin typeface="+mn-lt"/>
          <a:ea typeface="+mn-ea"/>
          <a:cs typeface="+mn-cs"/>
        </a:defRPr>
      </a:lvl1pPr>
      <a:lvl2pPr marL="566951" indent="-188984" algn="l" defTabSz="755934" rtl="0" eaLnBrk="1" latinLnBrk="0" hangingPunct="1">
        <a:lnSpc>
          <a:spcPct val="90000"/>
        </a:lnSpc>
        <a:spcBef>
          <a:spcPts val="413"/>
        </a:spcBef>
        <a:buFont typeface="Arial" panose="020B0604020202020204" pitchFamily="34" charset="0"/>
        <a:buChar char="•"/>
        <a:defRPr sz="1984" kern="1200">
          <a:solidFill>
            <a:schemeClr val="tx1"/>
          </a:solidFill>
          <a:latin typeface="+mn-lt"/>
          <a:ea typeface="+mn-ea"/>
          <a:cs typeface="+mn-cs"/>
        </a:defRPr>
      </a:lvl2pPr>
      <a:lvl3pPr marL="944918" indent="-188984" algn="l" defTabSz="755934" rtl="0" eaLnBrk="1" latinLnBrk="0" hangingPunct="1">
        <a:lnSpc>
          <a:spcPct val="90000"/>
        </a:lnSpc>
        <a:spcBef>
          <a:spcPts val="413"/>
        </a:spcBef>
        <a:buFont typeface="Arial" panose="020B0604020202020204" pitchFamily="34" charset="0"/>
        <a:buChar char="•"/>
        <a:defRPr sz="1653" kern="1200">
          <a:solidFill>
            <a:schemeClr val="tx1"/>
          </a:solidFill>
          <a:latin typeface="+mn-lt"/>
          <a:ea typeface="+mn-ea"/>
          <a:cs typeface="+mn-cs"/>
        </a:defRPr>
      </a:lvl3pPr>
      <a:lvl4pPr marL="1322885"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0853"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8820"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6787"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4754"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2722"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5934" rtl="0" eaLnBrk="1" latinLnBrk="0" hangingPunct="1">
        <a:defRPr sz="1488" kern="1200">
          <a:solidFill>
            <a:schemeClr val="tx1"/>
          </a:solidFill>
          <a:latin typeface="+mn-lt"/>
          <a:ea typeface="+mn-ea"/>
          <a:cs typeface="+mn-cs"/>
        </a:defRPr>
      </a:lvl1pPr>
      <a:lvl2pPr marL="377967" algn="l" defTabSz="755934" rtl="0" eaLnBrk="1" latinLnBrk="0" hangingPunct="1">
        <a:defRPr sz="1488" kern="1200">
          <a:solidFill>
            <a:schemeClr val="tx1"/>
          </a:solidFill>
          <a:latin typeface="+mn-lt"/>
          <a:ea typeface="+mn-ea"/>
          <a:cs typeface="+mn-cs"/>
        </a:defRPr>
      </a:lvl2pPr>
      <a:lvl3pPr marL="755934" algn="l" defTabSz="755934" rtl="0" eaLnBrk="1" latinLnBrk="0" hangingPunct="1">
        <a:defRPr sz="1488" kern="1200">
          <a:solidFill>
            <a:schemeClr val="tx1"/>
          </a:solidFill>
          <a:latin typeface="+mn-lt"/>
          <a:ea typeface="+mn-ea"/>
          <a:cs typeface="+mn-cs"/>
        </a:defRPr>
      </a:lvl3pPr>
      <a:lvl4pPr marL="1133902" algn="l" defTabSz="755934" rtl="0" eaLnBrk="1" latinLnBrk="0" hangingPunct="1">
        <a:defRPr sz="1488" kern="1200">
          <a:solidFill>
            <a:schemeClr val="tx1"/>
          </a:solidFill>
          <a:latin typeface="+mn-lt"/>
          <a:ea typeface="+mn-ea"/>
          <a:cs typeface="+mn-cs"/>
        </a:defRPr>
      </a:lvl4pPr>
      <a:lvl5pPr marL="1511869" algn="l" defTabSz="755934" rtl="0" eaLnBrk="1" latinLnBrk="0" hangingPunct="1">
        <a:defRPr sz="1488" kern="1200">
          <a:solidFill>
            <a:schemeClr val="tx1"/>
          </a:solidFill>
          <a:latin typeface="+mn-lt"/>
          <a:ea typeface="+mn-ea"/>
          <a:cs typeface="+mn-cs"/>
        </a:defRPr>
      </a:lvl5pPr>
      <a:lvl6pPr marL="1889836" algn="l" defTabSz="755934" rtl="0" eaLnBrk="1" latinLnBrk="0" hangingPunct="1">
        <a:defRPr sz="1488" kern="1200">
          <a:solidFill>
            <a:schemeClr val="tx1"/>
          </a:solidFill>
          <a:latin typeface="+mn-lt"/>
          <a:ea typeface="+mn-ea"/>
          <a:cs typeface="+mn-cs"/>
        </a:defRPr>
      </a:lvl6pPr>
      <a:lvl7pPr marL="2267803" algn="l" defTabSz="755934" rtl="0" eaLnBrk="1" latinLnBrk="0" hangingPunct="1">
        <a:defRPr sz="1488" kern="1200">
          <a:solidFill>
            <a:schemeClr val="tx1"/>
          </a:solidFill>
          <a:latin typeface="+mn-lt"/>
          <a:ea typeface="+mn-ea"/>
          <a:cs typeface="+mn-cs"/>
        </a:defRPr>
      </a:lvl7pPr>
      <a:lvl8pPr marL="2645771" algn="l" defTabSz="755934" rtl="0" eaLnBrk="1" latinLnBrk="0" hangingPunct="1">
        <a:defRPr sz="1488" kern="1200">
          <a:solidFill>
            <a:schemeClr val="tx1"/>
          </a:solidFill>
          <a:latin typeface="+mn-lt"/>
          <a:ea typeface="+mn-ea"/>
          <a:cs typeface="+mn-cs"/>
        </a:defRPr>
      </a:lvl8pPr>
      <a:lvl9pPr marL="3023738" algn="l" defTabSz="755934" rtl="0"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pic>
        <p:nvPicPr>
          <p:cNvPr id="1026" name="Picture 2" descr="Nile University - Wikipedia">
            <a:extLst>
              <a:ext uri="{FF2B5EF4-FFF2-40B4-BE49-F238E27FC236}">
                <a16:creationId xmlns:a16="http://schemas.microsoft.com/office/drawing/2014/main" id="{A00AAC4B-2B0E-1B04-8837-F49E2A461E42}"/>
              </a:ext>
            </a:extLst>
          </p:cNvPr>
          <p:cNvPicPr>
            <a:picLocks noChangeAspect="1" noChangeArrowheads="1"/>
          </p:cNvPicPr>
          <p:nvPr/>
        </p:nvPicPr>
        <p:blipFill>
          <a:blip r:embed="rId2">
            <a:clrChange>
              <a:clrFrom>
                <a:srgbClr val="FFFFFF"/>
              </a:clrFrom>
              <a:clrTo>
                <a:srgbClr val="FFFFFF">
                  <a:alpha val="0"/>
                </a:srgbClr>
              </a:clrTo>
            </a:clrChange>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rcRect/>
          <a:stretch>
            <a:fillRect/>
          </a:stretch>
        </p:blipFill>
        <p:spPr bwMode="auto">
          <a:xfrm>
            <a:off x="5868577" y="121921"/>
            <a:ext cx="873440" cy="8382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CB8053F-080A-5DEE-51F8-E721009FA164}"/>
              </a:ext>
            </a:extLst>
          </p:cNvPr>
          <p:cNvSpPr txBox="1"/>
          <p:nvPr/>
        </p:nvSpPr>
        <p:spPr>
          <a:xfrm>
            <a:off x="265177" y="79326"/>
            <a:ext cx="4610100" cy="1200329"/>
          </a:xfrm>
          <a:prstGeom prst="rect">
            <a:avLst/>
          </a:prstGeom>
          <a:noFill/>
        </p:spPr>
        <p:txBody>
          <a:bodyPr wrap="square" rtlCol="0">
            <a:spAutoFit/>
          </a:bodyPr>
          <a:lstStyle/>
          <a:p>
            <a:r>
              <a:rPr lang="en-US" sz="3600" dirty="0">
                <a:solidFill>
                  <a:srgbClr val="2F417D"/>
                </a:solidFill>
                <a:latin typeface="Josefin Sans Bold" pitchFamily="2" charset="0"/>
              </a:rPr>
              <a:t>Walmart Retail Sales Forecasting</a:t>
            </a:r>
          </a:p>
        </p:txBody>
      </p:sp>
      <p:sp>
        <p:nvSpPr>
          <p:cNvPr id="8" name="TextBox 7">
            <a:extLst>
              <a:ext uri="{FF2B5EF4-FFF2-40B4-BE49-F238E27FC236}">
                <a16:creationId xmlns:a16="http://schemas.microsoft.com/office/drawing/2014/main" id="{2ECC07BF-90F1-3BF0-51D8-0C434E0D5F5B}"/>
              </a:ext>
            </a:extLst>
          </p:cNvPr>
          <p:cNvSpPr txBox="1"/>
          <p:nvPr/>
        </p:nvSpPr>
        <p:spPr>
          <a:xfrm>
            <a:off x="221997" y="1500643"/>
            <a:ext cx="1120140" cy="307777"/>
          </a:xfrm>
          <a:prstGeom prst="rect">
            <a:avLst/>
          </a:prstGeom>
          <a:noFill/>
        </p:spPr>
        <p:txBody>
          <a:bodyPr wrap="square" rtlCol="0">
            <a:spAutoFit/>
          </a:bodyPr>
          <a:lstStyle/>
          <a:p>
            <a:r>
              <a:rPr lang="en-US" sz="1400" b="1" dirty="0">
                <a:solidFill>
                  <a:srgbClr val="2F417D"/>
                </a:solidFill>
                <a:latin typeface="Josefin Sans Bold" pitchFamily="2" charset="0"/>
              </a:rPr>
              <a:t>Overview</a:t>
            </a:r>
          </a:p>
        </p:txBody>
      </p:sp>
      <p:sp>
        <p:nvSpPr>
          <p:cNvPr id="9" name="TextBox 8">
            <a:extLst>
              <a:ext uri="{FF2B5EF4-FFF2-40B4-BE49-F238E27FC236}">
                <a16:creationId xmlns:a16="http://schemas.microsoft.com/office/drawing/2014/main" id="{78759BFB-96BF-226E-5835-73395D342D9D}"/>
              </a:ext>
            </a:extLst>
          </p:cNvPr>
          <p:cNvSpPr txBox="1"/>
          <p:nvPr/>
        </p:nvSpPr>
        <p:spPr>
          <a:xfrm>
            <a:off x="221997" y="1805579"/>
            <a:ext cx="3482400" cy="1754326"/>
          </a:xfrm>
          <a:prstGeom prst="rect">
            <a:avLst/>
          </a:prstGeom>
          <a:noFill/>
        </p:spPr>
        <p:txBody>
          <a:bodyPr wrap="square" rtlCol="0">
            <a:spAutoFit/>
          </a:bodyPr>
          <a:lstStyle/>
          <a:p>
            <a:pPr algn="just"/>
            <a:r>
              <a:rPr lang="en-US" sz="1200" dirty="0">
                <a:latin typeface="Josefin Sans" pitchFamily="2" charset="0"/>
              </a:rPr>
              <a:t>Retail demand forecasting helps stores optimize inventory, staffing, and promotions. This project predicts Walmart weekly department sales using machine learning models trained on historical sales, economic indicators, and promotional data. The system compares normalized and unnormalized pipelines using Random Forest, Linear Regression, and </a:t>
            </a:r>
            <a:r>
              <a:rPr lang="en-US" sz="1200" dirty="0" err="1">
                <a:latin typeface="Josefin Sans" pitchFamily="2" charset="0"/>
              </a:rPr>
              <a:t>XGBoost</a:t>
            </a:r>
            <a:r>
              <a:rPr lang="en-US" sz="1200" dirty="0">
                <a:latin typeface="Josefin Sans" pitchFamily="2" charset="0"/>
              </a:rPr>
              <a:t> models.</a:t>
            </a:r>
            <a:endParaRPr lang="en-US" sz="1200" b="1" dirty="0">
              <a:latin typeface="Josefin Sans" pitchFamily="2" charset="0"/>
            </a:endParaRPr>
          </a:p>
        </p:txBody>
      </p:sp>
      <p:sp>
        <p:nvSpPr>
          <p:cNvPr id="12" name="Rectangle 4">
            <a:extLst>
              <a:ext uri="{FF2B5EF4-FFF2-40B4-BE49-F238E27FC236}">
                <a16:creationId xmlns:a16="http://schemas.microsoft.com/office/drawing/2014/main" id="{323094B2-CFC4-5BCC-E454-F625A861BCCF}"/>
              </a:ext>
            </a:extLst>
          </p:cNvPr>
          <p:cNvSpPr>
            <a:spLocks noChangeArrowheads="1"/>
          </p:cNvSpPr>
          <p:nvPr/>
        </p:nvSpPr>
        <p:spPr bwMode="auto">
          <a:xfrm>
            <a:off x="3982678" y="1749638"/>
            <a:ext cx="3466783"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200" b="1" dirty="0">
                <a:latin typeface="Josefin Sans" pitchFamily="2" charset="0"/>
              </a:rPr>
              <a:t>Data Preparation</a:t>
            </a:r>
          </a:p>
          <a:p>
            <a:pPr marL="171450" indent="-171450">
              <a:buFont typeface="Arial" panose="020B0604020202020204" pitchFamily="34" charset="0"/>
              <a:buChar char="•"/>
            </a:pPr>
            <a:r>
              <a:rPr lang="en-US" sz="1200" dirty="0">
                <a:latin typeface="Josefin Sans" pitchFamily="2" charset="0"/>
              </a:rPr>
              <a:t>Missing value handling </a:t>
            </a:r>
          </a:p>
          <a:p>
            <a:pPr marL="171450" indent="-171450">
              <a:buFont typeface="Arial" panose="020B0604020202020204" pitchFamily="34" charset="0"/>
              <a:buChar char="•"/>
            </a:pPr>
            <a:r>
              <a:rPr lang="en-US" sz="1200" dirty="0">
                <a:latin typeface="Josefin Sans" pitchFamily="2" charset="0"/>
              </a:rPr>
              <a:t>One-hot encoding </a:t>
            </a:r>
          </a:p>
          <a:p>
            <a:pPr marL="171450" indent="-171450">
              <a:buFont typeface="Arial" panose="020B0604020202020204" pitchFamily="34" charset="0"/>
              <a:buChar char="•"/>
            </a:pPr>
            <a:r>
              <a:rPr lang="en-US" sz="1200" dirty="0">
                <a:latin typeface="Josefin Sans" pitchFamily="2" charset="0"/>
              </a:rPr>
              <a:t>Outlier capping </a:t>
            </a:r>
          </a:p>
          <a:p>
            <a:pPr marL="171450" indent="-171450">
              <a:buFont typeface="Arial" panose="020B0604020202020204" pitchFamily="34" charset="0"/>
              <a:buChar char="•"/>
            </a:pPr>
            <a:r>
              <a:rPr lang="en-US" sz="1200" dirty="0">
                <a:latin typeface="Josefin Sans" pitchFamily="2" charset="0"/>
              </a:rPr>
              <a:t>Feature engineering </a:t>
            </a:r>
          </a:p>
          <a:p>
            <a:r>
              <a:rPr lang="en-US" sz="1200" b="1" dirty="0">
                <a:latin typeface="Josefin Sans" pitchFamily="2" charset="0"/>
              </a:rPr>
              <a:t>Dual Pipelines</a:t>
            </a:r>
          </a:p>
          <a:p>
            <a:r>
              <a:rPr lang="en-US" sz="1200" b="1" dirty="0">
                <a:latin typeface="Josefin Sans" pitchFamily="2" charset="0"/>
              </a:rPr>
              <a:t>Pipeline 1</a:t>
            </a:r>
          </a:p>
          <a:p>
            <a:pPr marL="171450" indent="-171450">
              <a:buFont typeface="Arial" panose="020B0604020202020204" pitchFamily="34" charset="0"/>
              <a:buChar char="•"/>
            </a:pPr>
            <a:r>
              <a:rPr lang="en-US" sz="1200" dirty="0">
                <a:latin typeface="Josefin Sans" pitchFamily="2" charset="0"/>
              </a:rPr>
              <a:t>Normalization</a:t>
            </a:r>
            <a:br>
              <a:rPr lang="en-US" sz="1200" dirty="0">
                <a:latin typeface="Josefin Sans" pitchFamily="2" charset="0"/>
              </a:rPr>
            </a:br>
            <a:r>
              <a:rPr lang="en-US" sz="1200" dirty="0">
                <a:latin typeface="Josefin Sans" pitchFamily="2" charset="0"/>
              </a:rPr>
              <a:t>→ Random Forest</a:t>
            </a:r>
            <a:br>
              <a:rPr lang="en-US" sz="1200" dirty="0">
                <a:latin typeface="Josefin Sans" pitchFamily="2" charset="0"/>
              </a:rPr>
            </a:br>
            <a:r>
              <a:rPr lang="en-US" sz="1200" dirty="0">
                <a:latin typeface="Josefin Sans" pitchFamily="2" charset="0"/>
              </a:rPr>
              <a:t>→ Linear Regression</a:t>
            </a:r>
          </a:p>
          <a:p>
            <a:r>
              <a:rPr lang="en-US" sz="1200" b="1" dirty="0">
                <a:latin typeface="Josefin Sans" pitchFamily="2" charset="0"/>
              </a:rPr>
              <a:t>Pipeline 2</a:t>
            </a:r>
          </a:p>
          <a:p>
            <a:pPr marL="171450" indent="-171450">
              <a:buFont typeface="Arial" panose="020B0604020202020204" pitchFamily="34" charset="0"/>
              <a:buChar char="•"/>
            </a:pPr>
            <a:r>
              <a:rPr lang="en-US" sz="1200" dirty="0">
                <a:latin typeface="Josefin Sans" pitchFamily="2" charset="0"/>
              </a:rPr>
              <a:t>Raw Features</a:t>
            </a:r>
            <a:br>
              <a:rPr lang="en-US" sz="1200" dirty="0">
                <a:latin typeface="Josefin Sans" pitchFamily="2" charset="0"/>
              </a:rPr>
            </a:br>
            <a:r>
              <a:rPr lang="en-US" sz="1200" dirty="0">
                <a:latin typeface="Josefin Sans" pitchFamily="2" charset="0"/>
              </a:rPr>
              <a:t>→ Random Forest</a:t>
            </a:r>
            <a:br>
              <a:rPr lang="en-US" sz="1200" dirty="0">
                <a:latin typeface="Josefin Sans" pitchFamily="2" charset="0"/>
              </a:rPr>
            </a:br>
            <a:r>
              <a:rPr lang="en-US" sz="1200" dirty="0">
                <a:latin typeface="Josefin Sans" pitchFamily="2" charset="0"/>
              </a:rPr>
              <a:t>→ </a:t>
            </a:r>
            <a:r>
              <a:rPr lang="en-US" sz="1200" dirty="0" err="1">
                <a:latin typeface="Josefin Sans" pitchFamily="2" charset="0"/>
              </a:rPr>
              <a:t>XGBoost</a:t>
            </a:r>
            <a:endParaRPr lang="en-US" sz="1200" dirty="0">
              <a:latin typeface="Josefin Sans" pitchFamily="2" charset="0"/>
            </a:endParaRPr>
          </a:p>
          <a:p>
            <a:r>
              <a:rPr lang="en-US" sz="1200" b="1" dirty="0">
                <a:latin typeface="Josefin Sans" pitchFamily="2" charset="0"/>
              </a:rPr>
              <a:t>Evaluation</a:t>
            </a:r>
          </a:p>
          <a:p>
            <a:pPr marL="171450" indent="-171450">
              <a:buFont typeface="Arial" panose="020B0604020202020204" pitchFamily="34" charset="0"/>
              <a:buChar char="•"/>
            </a:pPr>
            <a:r>
              <a:rPr lang="en-US" sz="1200" dirty="0">
                <a:latin typeface="Josefin Sans" pitchFamily="2" charset="0"/>
              </a:rPr>
              <a:t>MAE </a:t>
            </a:r>
          </a:p>
          <a:p>
            <a:pPr marL="171450" indent="-171450">
              <a:buFont typeface="Arial" panose="020B0604020202020204" pitchFamily="34" charset="0"/>
              <a:buChar char="•"/>
            </a:pPr>
            <a:r>
              <a:rPr lang="en-US" sz="1200" dirty="0">
                <a:latin typeface="Josefin Sans" pitchFamily="2" charset="0"/>
              </a:rPr>
              <a:t>RMSE </a:t>
            </a:r>
          </a:p>
          <a:p>
            <a:pPr marL="171450" indent="-171450">
              <a:buFont typeface="Arial" panose="020B0604020202020204" pitchFamily="34" charset="0"/>
              <a:buChar char="•"/>
            </a:pPr>
            <a:r>
              <a:rPr lang="en-US" sz="1200" dirty="0">
                <a:latin typeface="Josefin Sans" pitchFamily="2" charset="0"/>
              </a:rPr>
              <a:t>R² Score</a:t>
            </a:r>
          </a:p>
        </p:txBody>
      </p:sp>
      <p:sp>
        <p:nvSpPr>
          <p:cNvPr id="13" name="TextBox 12">
            <a:extLst>
              <a:ext uri="{FF2B5EF4-FFF2-40B4-BE49-F238E27FC236}">
                <a16:creationId xmlns:a16="http://schemas.microsoft.com/office/drawing/2014/main" id="{F8DE9E2B-EAA9-62B1-D1F1-311C51BD5435}"/>
              </a:ext>
            </a:extLst>
          </p:cNvPr>
          <p:cNvSpPr txBox="1"/>
          <p:nvPr/>
        </p:nvSpPr>
        <p:spPr>
          <a:xfrm>
            <a:off x="3813557" y="1485498"/>
            <a:ext cx="1120140" cy="307777"/>
          </a:xfrm>
          <a:prstGeom prst="rect">
            <a:avLst/>
          </a:prstGeom>
          <a:noFill/>
        </p:spPr>
        <p:txBody>
          <a:bodyPr wrap="square" rtlCol="0">
            <a:spAutoFit/>
          </a:bodyPr>
          <a:lstStyle/>
          <a:p>
            <a:r>
              <a:rPr lang="en-US" sz="1400" b="1" dirty="0">
                <a:solidFill>
                  <a:srgbClr val="2F417D"/>
                </a:solidFill>
                <a:latin typeface="Josefin Sans Bold" pitchFamily="2" charset="0"/>
              </a:rPr>
              <a:t>Methods</a:t>
            </a:r>
          </a:p>
        </p:txBody>
      </p:sp>
      <p:sp>
        <p:nvSpPr>
          <p:cNvPr id="27" name="TextBox 26">
            <a:extLst>
              <a:ext uri="{FF2B5EF4-FFF2-40B4-BE49-F238E27FC236}">
                <a16:creationId xmlns:a16="http://schemas.microsoft.com/office/drawing/2014/main" id="{D5E0FE07-02ED-B7AC-9011-08DD172160D7}"/>
              </a:ext>
            </a:extLst>
          </p:cNvPr>
          <p:cNvSpPr txBox="1"/>
          <p:nvPr/>
        </p:nvSpPr>
        <p:spPr>
          <a:xfrm>
            <a:off x="265177" y="9202449"/>
            <a:ext cx="1120140" cy="307777"/>
          </a:xfrm>
          <a:prstGeom prst="rect">
            <a:avLst/>
          </a:prstGeom>
          <a:noFill/>
        </p:spPr>
        <p:txBody>
          <a:bodyPr wrap="square" rtlCol="0">
            <a:spAutoFit/>
          </a:bodyPr>
          <a:lstStyle/>
          <a:p>
            <a:r>
              <a:rPr lang="en-US" sz="1400" b="1" dirty="0">
                <a:solidFill>
                  <a:srgbClr val="2F417D"/>
                </a:solidFill>
                <a:latin typeface="Josefin Sans Bold" pitchFamily="2" charset="0"/>
              </a:rPr>
              <a:t>Conclusion</a:t>
            </a:r>
          </a:p>
        </p:txBody>
      </p:sp>
      <p:sp>
        <p:nvSpPr>
          <p:cNvPr id="28" name="TextBox 27">
            <a:extLst>
              <a:ext uri="{FF2B5EF4-FFF2-40B4-BE49-F238E27FC236}">
                <a16:creationId xmlns:a16="http://schemas.microsoft.com/office/drawing/2014/main" id="{5B4415A8-DC75-6A5A-CCBF-97B0956443CA}"/>
              </a:ext>
            </a:extLst>
          </p:cNvPr>
          <p:cNvSpPr txBox="1"/>
          <p:nvPr/>
        </p:nvSpPr>
        <p:spPr>
          <a:xfrm>
            <a:off x="221997" y="9510226"/>
            <a:ext cx="7008873" cy="1015663"/>
          </a:xfrm>
          <a:prstGeom prst="rect">
            <a:avLst/>
          </a:prstGeom>
          <a:noFill/>
        </p:spPr>
        <p:txBody>
          <a:bodyPr wrap="square" rtlCol="0">
            <a:spAutoFit/>
          </a:bodyPr>
          <a:lstStyle/>
          <a:p>
            <a:pPr algn="just"/>
            <a:r>
              <a:rPr lang="en-US" sz="1200" dirty="0">
                <a:latin typeface="Josefin Sans" pitchFamily="2" charset="0"/>
              </a:rPr>
              <a:t>This project demonstrates that tree-based ensemble models are highly effective for retail sales forecasting. Random Forest achieved the best predictive accuracy with R² ≈ 0.942, while </a:t>
            </a:r>
            <a:r>
              <a:rPr lang="en-US" sz="1200" dirty="0" err="1">
                <a:latin typeface="Josefin Sans" pitchFamily="2" charset="0"/>
              </a:rPr>
              <a:t>XGBoost</a:t>
            </a:r>
            <a:r>
              <a:rPr lang="en-US" sz="1200" dirty="0">
                <a:latin typeface="Josefin Sans" pitchFamily="2" charset="0"/>
              </a:rPr>
              <a:t> balanced performance and training speed effectively. The study also confirms that normalization has little impact on tree-based methods. Store Size and Department features were the strongest predictors of weekly sales.</a:t>
            </a:r>
            <a:endParaRPr lang="en-US" sz="1200" b="1" dirty="0">
              <a:latin typeface="Josefin Sans" pitchFamily="2" charset="0"/>
            </a:endParaRPr>
          </a:p>
        </p:txBody>
      </p:sp>
      <p:graphicFrame>
        <p:nvGraphicFramePr>
          <p:cNvPr id="16" name="Table 15">
            <a:extLst>
              <a:ext uri="{FF2B5EF4-FFF2-40B4-BE49-F238E27FC236}">
                <a16:creationId xmlns:a16="http://schemas.microsoft.com/office/drawing/2014/main" id="{5119CCDF-C890-2C84-EBA3-C0370C3658B9}"/>
              </a:ext>
            </a:extLst>
          </p:cNvPr>
          <p:cNvGraphicFramePr>
            <a:graphicFrameLocks noGrp="1"/>
          </p:cNvGraphicFramePr>
          <p:nvPr>
            <p:extLst>
              <p:ext uri="{D42A27DB-BD31-4B8C-83A1-F6EECF244321}">
                <p14:modId xmlns:p14="http://schemas.microsoft.com/office/powerpoint/2010/main" val="1298227858"/>
              </p:ext>
            </p:extLst>
          </p:nvPr>
        </p:nvGraphicFramePr>
        <p:xfrm>
          <a:off x="110214" y="7335884"/>
          <a:ext cx="3732988" cy="1544449"/>
        </p:xfrm>
        <a:graphic>
          <a:graphicData uri="http://schemas.openxmlformats.org/drawingml/2006/table">
            <a:tbl>
              <a:tblPr>
                <a:tableStyleId>{C4B1156A-380E-4F78-BDF5-A606A8083BF9}</a:tableStyleId>
              </a:tblPr>
              <a:tblGrid>
                <a:gridCol w="1091122">
                  <a:extLst>
                    <a:ext uri="{9D8B030D-6E8A-4147-A177-3AD203B41FA5}">
                      <a16:colId xmlns:a16="http://schemas.microsoft.com/office/drawing/2014/main" val="1766141465"/>
                    </a:ext>
                  </a:extLst>
                </a:gridCol>
                <a:gridCol w="874206">
                  <a:extLst>
                    <a:ext uri="{9D8B030D-6E8A-4147-A177-3AD203B41FA5}">
                      <a16:colId xmlns:a16="http://schemas.microsoft.com/office/drawing/2014/main" val="3234692556"/>
                    </a:ext>
                  </a:extLst>
                </a:gridCol>
                <a:gridCol w="889280">
                  <a:extLst>
                    <a:ext uri="{9D8B030D-6E8A-4147-A177-3AD203B41FA5}">
                      <a16:colId xmlns:a16="http://schemas.microsoft.com/office/drawing/2014/main" val="4006927320"/>
                    </a:ext>
                  </a:extLst>
                </a:gridCol>
                <a:gridCol w="878380">
                  <a:extLst>
                    <a:ext uri="{9D8B030D-6E8A-4147-A177-3AD203B41FA5}">
                      <a16:colId xmlns:a16="http://schemas.microsoft.com/office/drawing/2014/main" val="2677257962"/>
                    </a:ext>
                  </a:extLst>
                </a:gridCol>
              </a:tblGrid>
              <a:tr h="230833">
                <a:tc>
                  <a:txBody>
                    <a:bodyPr/>
                    <a:lstStyle/>
                    <a:p>
                      <a:pPr algn="ctr">
                        <a:buNone/>
                      </a:pPr>
                      <a:r>
                        <a:rPr lang="en-US" sz="1200" b="1" dirty="0"/>
                        <a:t>Model</a:t>
                      </a:r>
                    </a:p>
                  </a:txBody>
                  <a:tcPr anchor="ctr">
                    <a:solidFill>
                      <a:srgbClr val="EFF6FF"/>
                    </a:solidFill>
                  </a:tcPr>
                </a:tc>
                <a:tc>
                  <a:txBody>
                    <a:bodyPr/>
                    <a:lstStyle/>
                    <a:p>
                      <a:pPr algn="ctr">
                        <a:buNone/>
                      </a:pPr>
                      <a:r>
                        <a:rPr lang="en-US" sz="1200" b="1" dirty="0"/>
                        <a:t>MAE</a:t>
                      </a:r>
                    </a:p>
                  </a:txBody>
                  <a:tcPr anchor="ctr">
                    <a:solidFill>
                      <a:srgbClr val="EFF6FF"/>
                    </a:solidFill>
                  </a:tcPr>
                </a:tc>
                <a:tc>
                  <a:txBody>
                    <a:bodyPr/>
                    <a:lstStyle/>
                    <a:p>
                      <a:pPr algn="ctr">
                        <a:buNone/>
                      </a:pPr>
                      <a:r>
                        <a:rPr lang="en-US" sz="1200" b="1" dirty="0"/>
                        <a:t>RMSE</a:t>
                      </a:r>
                    </a:p>
                  </a:txBody>
                  <a:tcPr anchor="ctr">
                    <a:solidFill>
                      <a:srgbClr val="EFF6FF"/>
                    </a:solidFill>
                  </a:tcPr>
                </a:tc>
                <a:tc>
                  <a:txBody>
                    <a:bodyPr/>
                    <a:lstStyle/>
                    <a:p>
                      <a:pPr algn="ctr">
                        <a:buNone/>
                      </a:pPr>
                      <a:r>
                        <a:rPr lang="en-US" sz="1200" b="1" dirty="0"/>
                        <a:t>R²</a:t>
                      </a:r>
                    </a:p>
                  </a:txBody>
                  <a:tcPr anchor="ctr">
                    <a:solidFill>
                      <a:srgbClr val="EFF6FF"/>
                    </a:solidFill>
                  </a:tcPr>
                </a:tc>
                <a:extLst>
                  <a:ext uri="{0D108BD9-81ED-4DB2-BD59-A6C34878D82A}">
                    <a16:rowId xmlns:a16="http://schemas.microsoft.com/office/drawing/2014/main" val="1146264610"/>
                  </a:ext>
                </a:extLst>
              </a:tr>
              <a:tr h="384721">
                <a:tc>
                  <a:txBody>
                    <a:bodyPr/>
                    <a:lstStyle/>
                    <a:p>
                      <a:pPr algn="ctr">
                        <a:buNone/>
                      </a:pPr>
                      <a:r>
                        <a:rPr lang="en-US" sz="1200" b="1" dirty="0"/>
                        <a:t>Random Forest</a:t>
                      </a:r>
                    </a:p>
                  </a:txBody>
                  <a:tcPr anchor="ctr">
                    <a:solidFill>
                      <a:srgbClr val="EFF6FF"/>
                    </a:solidFill>
                  </a:tcPr>
                </a:tc>
                <a:tc>
                  <a:txBody>
                    <a:bodyPr/>
                    <a:lstStyle/>
                    <a:p>
                      <a:pPr>
                        <a:buNone/>
                      </a:pPr>
                      <a:r>
                        <a:rPr lang="en-US" sz="1200" dirty="0"/>
                        <a:t>1842</a:t>
                      </a:r>
                    </a:p>
                  </a:txBody>
                  <a:tcPr anchor="ctr">
                    <a:solidFill>
                      <a:srgbClr val="EFF6FF"/>
                    </a:solidFill>
                  </a:tcPr>
                </a:tc>
                <a:tc>
                  <a:txBody>
                    <a:bodyPr/>
                    <a:lstStyle/>
                    <a:p>
                      <a:pPr>
                        <a:buNone/>
                      </a:pPr>
                      <a:r>
                        <a:rPr lang="en-US" sz="1200" dirty="0"/>
                        <a:t>2963</a:t>
                      </a:r>
                    </a:p>
                  </a:txBody>
                  <a:tcPr anchor="ctr">
                    <a:solidFill>
                      <a:srgbClr val="EFF6FF"/>
                    </a:solidFill>
                  </a:tcPr>
                </a:tc>
                <a:tc>
                  <a:txBody>
                    <a:bodyPr/>
                    <a:lstStyle/>
                    <a:p>
                      <a:pPr>
                        <a:buNone/>
                      </a:pPr>
                      <a:r>
                        <a:rPr lang="en-US" sz="1200" dirty="0"/>
                        <a:t>0.942</a:t>
                      </a:r>
                    </a:p>
                  </a:txBody>
                  <a:tcPr anchor="ctr">
                    <a:solidFill>
                      <a:srgbClr val="EFF6FF"/>
                    </a:solidFill>
                  </a:tcPr>
                </a:tc>
                <a:extLst>
                  <a:ext uri="{0D108BD9-81ED-4DB2-BD59-A6C34878D82A}">
                    <a16:rowId xmlns:a16="http://schemas.microsoft.com/office/drawing/2014/main" val="673785953"/>
                  </a:ext>
                </a:extLst>
              </a:tr>
              <a:tr h="230833">
                <a:tc>
                  <a:txBody>
                    <a:bodyPr/>
                    <a:lstStyle/>
                    <a:p>
                      <a:pPr algn="ctr">
                        <a:buNone/>
                      </a:pPr>
                      <a:r>
                        <a:rPr lang="en-US" sz="1200" b="1" dirty="0" err="1"/>
                        <a:t>XGBoost</a:t>
                      </a:r>
                      <a:endParaRPr lang="en-US" sz="1200" b="1" dirty="0"/>
                    </a:p>
                  </a:txBody>
                  <a:tcPr anchor="ctr">
                    <a:solidFill>
                      <a:srgbClr val="EFF6FF"/>
                    </a:solidFill>
                  </a:tcPr>
                </a:tc>
                <a:tc>
                  <a:txBody>
                    <a:bodyPr/>
                    <a:lstStyle/>
                    <a:p>
                      <a:pPr>
                        <a:buNone/>
                      </a:pPr>
                      <a:r>
                        <a:rPr lang="en-US" sz="1200" dirty="0"/>
                        <a:t>2215</a:t>
                      </a:r>
                    </a:p>
                  </a:txBody>
                  <a:tcPr anchor="ctr">
                    <a:solidFill>
                      <a:srgbClr val="EFF6FF"/>
                    </a:solidFill>
                  </a:tcPr>
                </a:tc>
                <a:tc>
                  <a:txBody>
                    <a:bodyPr/>
                    <a:lstStyle/>
                    <a:p>
                      <a:pPr>
                        <a:buNone/>
                      </a:pPr>
                      <a:r>
                        <a:rPr lang="en-US" sz="1200" dirty="0"/>
                        <a:t>3518</a:t>
                      </a:r>
                    </a:p>
                  </a:txBody>
                  <a:tcPr anchor="ctr">
                    <a:solidFill>
                      <a:srgbClr val="EFF6FF"/>
                    </a:solidFill>
                  </a:tcPr>
                </a:tc>
                <a:tc>
                  <a:txBody>
                    <a:bodyPr/>
                    <a:lstStyle/>
                    <a:p>
                      <a:pPr>
                        <a:buNone/>
                      </a:pPr>
                      <a:r>
                        <a:rPr lang="en-US" sz="1200" dirty="0"/>
                        <a:t>0.897</a:t>
                      </a:r>
                    </a:p>
                  </a:txBody>
                  <a:tcPr anchor="ctr">
                    <a:solidFill>
                      <a:srgbClr val="EFF6FF"/>
                    </a:solidFill>
                  </a:tcPr>
                </a:tc>
                <a:extLst>
                  <a:ext uri="{0D108BD9-81ED-4DB2-BD59-A6C34878D82A}">
                    <a16:rowId xmlns:a16="http://schemas.microsoft.com/office/drawing/2014/main" val="1048943205"/>
                  </a:ext>
                </a:extLst>
              </a:tr>
              <a:tr h="538609">
                <a:tc>
                  <a:txBody>
                    <a:bodyPr/>
                    <a:lstStyle/>
                    <a:p>
                      <a:pPr algn="ctr">
                        <a:buNone/>
                      </a:pPr>
                      <a:r>
                        <a:rPr lang="en-US" sz="1200" b="1" dirty="0"/>
                        <a:t>Linear Regression</a:t>
                      </a:r>
                    </a:p>
                  </a:txBody>
                  <a:tcPr anchor="ctr">
                    <a:solidFill>
                      <a:srgbClr val="EFF6FF"/>
                    </a:solidFill>
                  </a:tcPr>
                </a:tc>
                <a:tc>
                  <a:txBody>
                    <a:bodyPr/>
                    <a:lstStyle/>
                    <a:p>
                      <a:pPr>
                        <a:buNone/>
                      </a:pPr>
                      <a:r>
                        <a:rPr lang="en-US" sz="1200" dirty="0"/>
                        <a:t>5621</a:t>
                      </a:r>
                    </a:p>
                  </a:txBody>
                  <a:tcPr anchor="ctr">
                    <a:solidFill>
                      <a:srgbClr val="EFF6FF"/>
                    </a:solidFill>
                  </a:tcPr>
                </a:tc>
                <a:tc>
                  <a:txBody>
                    <a:bodyPr/>
                    <a:lstStyle/>
                    <a:p>
                      <a:pPr>
                        <a:buNone/>
                      </a:pPr>
                      <a:r>
                        <a:rPr lang="en-US" sz="1200" dirty="0"/>
                        <a:t>7834</a:t>
                      </a:r>
                    </a:p>
                  </a:txBody>
                  <a:tcPr anchor="ctr">
                    <a:solidFill>
                      <a:srgbClr val="EFF6FF"/>
                    </a:solidFill>
                  </a:tcPr>
                </a:tc>
                <a:tc>
                  <a:txBody>
                    <a:bodyPr/>
                    <a:lstStyle/>
                    <a:p>
                      <a:pPr>
                        <a:buNone/>
                      </a:pPr>
                      <a:r>
                        <a:rPr lang="en-US" sz="1200" dirty="0"/>
                        <a:t>0.612</a:t>
                      </a:r>
                    </a:p>
                  </a:txBody>
                  <a:tcPr anchor="ctr">
                    <a:solidFill>
                      <a:srgbClr val="EFF6FF"/>
                    </a:solidFill>
                  </a:tcPr>
                </a:tc>
                <a:extLst>
                  <a:ext uri="{0D108BD9-81ED-4DB2-BD59-A6C34878D82A}">
                    <a16:rowId xmlns:a16="http://schemas.microsoft.com/office/drawing/2014/main" val="1275043255"/>
                  </a:ext>
                </a:extLst>
              </a:tr>
            </a:tbl>
          </a:graphicData>
        </a:graphic>
      </p:graphicFrame>
      <p:pic>
        <p:nvPicPr>
          <p:cNvPr id="18" name="chart" descr="Chart from notebook" title="Figure">
            <a:extLst>
              <a:ext uri="{FF2B5EF4-FFF2-40B4-BE49-F238E27FC236}">
                <a16:creationId xmlns:a16="http://schemas.microsoft.com/office/drawing/2014/main" id="{2E5DA46E-763F-EDB8-2D9B-6011BE0E5426}"/>
              </a:ext>
            </a:extLst>
          </p:cNvPr>
          <p:cNvPicPr>
            <a:picLocks noChangeAspect="1"/>
          </p:cNvPicPr>
          <p:nvPr/>
        </p:nvPicPr>
        <p:blipFill>
          <a:blip r:embed="rId4"/>
          <a:srcRect r="41083"/>
          <a:stretch>
            <a:fillRect/>
          </a:stretch>
        </p:blipFill>
        <p:spPr bwMode="auto">
          <a:xfrm>
            <a:off x="3843201" y="5521827"/>
            <a:ext cx="1958179" cy="1835552"/>
          </a:xfrm>
          <a:prstGeom prst="rect">
            <a:avLst/>
          </a:prstGeom>
        </p:spPr>
      </p:pic>
      <p:sp>
        <p:nvSpPr>
          <p:cNvPr id="19" name="TextBox 18">
            <a:extLst>
              <a:ext uri="{FF2B5EF4-FFF2-40B4-BE49-F238E27FC236}">
                <a16:creationId xmlns:a16="http://schemas.microsoft.com/office/drawing/2014/main" id="{E2A0CD69-0CF1-6751-E766-23C456DA03A7}"/>
              </a:ext>
            </a:extLst>
          </p:cNvPr>
          <p:cNvSpPr txBox="1"/>
          <p:nvPr/>
        </p:nvSpPr>
        <p:spPr>
          <a:xfrm>
            <a:off x="3813557" y="5217027"/>
            <a:ext cx="1627177" cy="307777"/>
          </a:xfrm>
          <a:prstGeom prst="rect">
            <a:avLst/>
          </a:prstGeom>
          <a:noFill/>
        </p:spPr>
        <p:txBody>
          <a:bodyPr wrap="none" rtlCol="0">
            <a:spAutoFit/>
          </a:bodyPr>
          <a:lstStyle/>
          <a:p>
            <a:r>
              <a:rPr lang="en-US" sz="1200" b="1" dirty="0"/>
              <a:t>Feature</a:t>
            </a:r>
            <a:r>
              <a:rPr lang="en-US" sz="1400" dirty="0"/>
              <a:t> </a:t>
            </a:r>
            <a:r>
              <a:rPr lang="en-US" sz="1200" b="1" dirty="0"/>
              <a:t>Importance</a:t>
            </a:r>
          </a:p>
        </p:txBody>
      </p:sp>
      <p:sp>
        <p:nvSpPr>
          <p:cNvPr id="20" name="AutoShape 2" descr="Data science results and feature analysis">
            <a:extLst>
              <a:ext uri="{FF2B5EF4-FFF2-40B4-BE49-F238E27FC236}">
                <a16:creationId xmlns:a16="http://schemas.microsoft.com/office/drawing/2014/main" id="{E32EA195-9D76-B219-B09F-8C684A17E6B8}"/>
              </a:ext>
            </a:extLst>
          </p:cNvPr>
          <p:cNvSpPr>
            <a:spLocks noChangeAspect="1" noChangeArrowheads="1"/>
          </p:cNvSpPr>
          <p:nvPr/>
        </p:nvSpPr>
        <p:spPr bwMode="auto">
          <a:xfrm>
            <a:off x="3627438" y="519271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3" name="Picture 22">
            <a:extLst>
              <a:ext uri="{FF2B5EF4-FFF2-40B4-BE49-F238E27FC236}">
                <a16:creationId xmlns:a16="http://schemas.microsoft.com/office/drawing/2014/main" id="{0D6DC318-3695-60E2-9A49-572471B6F7D0}"/>
              </a:ext>
            </a:extLst>
          </p:cNvPr>
          <p:cNvPicPr>
            <a:picLocks noChangeAspect="1"/>
          </p:cNvPicPr>
          <p:nvPr/>
        </p:nvPicPr>
        <p:blipFill rotWithShape="1">
          <a:blip r:embed="rId5">
            <a:clrChange>
              <a:clrFrom>
                <a:srgbClr val="FEFEFE"/>
              </a:clrFrom>
              <a:clrTo>
                <a:srgbClr val="FEFEFE">
                  <a:alpha val="0"/>
                </a:srgbClr>
              </a:clrTo>
            </a:clrChange>
            <a:extLst>
              <a:ext uri="{28A0092B-C50C-407E-A947-70E740481C1C}">
                <a14:useLocalDpi xmlns:a14="http://schemas.microsoft.com/office/drawing/2010/main" val="0"/>
              </a:ext>
            </a:extLst>
          </a:blip>
          <a:srcRect t="50" r="2306" b="50"/>
          <a:stretch>
            <a:fillRect/>
          </a:stretch>
        </p:blipFill>
        <p:spPr>
          <a:xfrm>
            <a:off x="110214" y="3519194"/>
            <a:ext cx="3732987" cy="3463059"/>
          </a:xfrm>
          <a:prstGeom prst="rect">
            <a:avLst/>
          </a:prstGeom>
        </p:spPr>
      </p:pic>
      <p:pic>
        <p:nvPicPr>
          <p:cNvPr id="29" name="Picture 28">
            <a:extLst>
              <a:ext uri="{FF2B5EF4-FFF2-40B4-BE49-F238E27FC236}">
                <a16:creationId xmlns:a16="http://schemas.microsoft.com/office/drawing/2014/main" id="{85C77754-EFBE-D204-DA28-5FB543478133}"/>
              </a:ext>
            </a:extLst>
          </p:cNvPr>
          <p:cNvPicPr>
            <a:picLocks noChangeAspect="1"/>
          </p:cNvPicPr>
          <p:nvPr/>
        </p:nvPicPr>
        <p:blipFill>
          <a:blip r:embed="rId6"/>
          <a:srcRect l="1697"/>
          <a:stretch>
            <a:fillRect/>
          </a:stretch>
        </p:blipFill>
        <p:spPr>
          <a:xfrm>
            <a:off x="3910398" y="7426526"/>
            <a:ext cx="3611341" cy="2083700"/>
          </a:xfrm>
          <a:prstGeom prst="rect">
            <a:avLst/>
          </a:prstGeom>
        </p:spPr>
      </p:pic>
      <p:pic>
        <p:nvPicPr>
          <p:cNvPr id="2" name="chart" descr="Chart from notebook" title="Figure">
            <a:extLst>
              <a:ext uri="{FF2B5EF4-FFF2-40B4-BE49-F238E27FC236}">
                <a16:creationId xmlns:a16="http://schemas.microsoft.com/office/drawing/2014/main" id="{76870F66-77FA-C112-0669-6ABE42A67D89}"/>
              </a:ext>
            </a:extLst>
          </p:cNvPr>
          <p:cNvPicPr>
            <a:picLocks noChangeAspect="1"/>
          </p:cNvPicPr>
          <p:nvPr/>
        </p:nvPicPr>
        <p:blipFill>
          <a:blip r:embed="rId7"/>
          <a:srcRect r="54419"/>
          <a:stretch>
            <a:fillRect/>
          </a:stretch>
        </p:blipFill>
        <p:spPr bwMode="auto">
          <a:xfrm>
            <a:off x="5470378" y="5521827"/>
            <a:ext cx="1877210" cy="1814057"/>
          </a:xfrm>
          <a:prstGeom prst="rect">
            <a:avLst/>
          </a:prstGeom>
        </p:spPr>
      </p:pic>
    </p:spTree>
    <p:extLst>
      <p:ext uri="{BB962C8B-B14F-4D97-AF65-F5344CB8AC3E}">
        <p14:creationId xmlns:p14="http://schemas.microsoft.com/office/powerpoint/2010/main" val="31069951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731</TotalTime>
  <Words>183</Words>
  <Application>Microsoft Office PowerPoint</Application>
  <PresentationFormat>Custom</PresentationFormat>
  <Paragraphs>37</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Aptos Display</vt:lpstr>
      <vt:lpstr>Arial</vt:lpstr>
      <vt:lpstr>Josefin Sans</vt:lpstr>
      <vt:lpstr>Josefin Sans Bold</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Yahia Zakaria Shazly</dc:creator>
  <cp:lastModifiedBy>Yahia Zakaria Shazly</cp:lastModifiedBy>
  <cp:revision>23</cp:revision>
  <dcterms:created xsi:type="dcterms:W3CDTF">2025-12-20T19:30:55Z</dcterms:created>
  <dcterms:modified xsi:type="dcterms:W3CDTF">2026-05-20T07:37:44Z</dcterms:modified>
</cp:coreProperties>
</file>